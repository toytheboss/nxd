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Saturn Strategies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Epoch 1 Snapshot</a:t>
            </a:r>
          </a:p>
          <a:p>
            <a:r>
              <a:t>Source: https://app.saturn.credit/strategies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/>
            </a:pPr>
            <a:r>
              <a:t>Routes: 18</a:t>
            </a:r>
          </a:p>
          <a:p>
            <a:pPr>
              <a:defRPr sz="2800"/>
            </a:pPr>
            <a:r>
              <a:t>Protocols: 5</a:t>
            </a:r>
          </a:p>
          <a:p>
            <a:pPr>
              <a:defRPr sz="2800"/>
            </a:pPr>
            <a:r>
              <a:t>Actions: 5</a:t>
            </a:r>
          </a:p>
          <a:p>
            <a:pPr>
              <a:defRPr sz="2800"/>
            </a:pPr>
            <a:r>
              <a:t>Max Points Multiplier: 30x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 Count by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601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Curve: 4 routes</a:t>
            </a:r>
          </a:p>
          <a:p>
            <a:pPr>
              <a:defRPr sz="2800"/>
            </a:pPr>
            <a:r>
              <a:t>Morpho: 2 routes</a:t>
            </a:r>
          </a:p>
          <a:p>
            <a:pPr>
              <a:defRPr sz="2800"/>
            </a:pPr>
            <a:r>
              <a:t>Pendle: 8 routes</a:t>
            </a:r>
          </a:p>
          <a:p>
            <a:pPr>
              <a:defRPr sz="2800"/>
            </a:pPr>
            <a:r>
              <a:t>Saturn: 2 routes</a:t>
            </a:r>
          </a:p>
          <a:p>
            <a:pPr>
              <a:defRPr sz="2800"/>
            </a:pPr>
            <a:r>
              <a:t>Strata: 2 routes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Multiplier Routes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27017">
                <a:tc>
                  <a:txBody>
                    <a:bodyPr/>
                    <a:lstStyle/>
                    <a:p>
                      <a:r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Points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Pendle Hold yt-USDat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30x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Curve LP - USDC/USDat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20x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Stake Curve LP - USDC / 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20x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Curve LP - USDC/sUSDat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18x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Stake Curve LP - USDC / 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18x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r>
                        <a:t>Pendle LP - 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Table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512064">
                <a:tc>
                  <a:txBody>
                    <a:bodyPr/>
                    <a:lstStyle/>
                    <a:p>
                      <a:r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Points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Hold 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Hold 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Curve LP - USDC/USDat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Stake Curve LP - USDC / 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Curve LP - USDC/sUSDat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Stake Curve LP - USDC / 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Pendle LP - 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Pendle Hold yt-USDat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Pendle LP - 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Table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512064">
                <a:tc>
                  <a:txBody>
                    <a:bodyPr/>
                    <a:lstStyle/>
                    <a:p>
                      <a:r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Points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Pendle Hold yt-sUSDat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Pendle LP - srUSDat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Pendle Hold yt-srUSDat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Pendle LP - jrUSDat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Pendle Hold yt-jrUSDat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Supply sUSDat as Collateral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Morpho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Lend AUSD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Morpho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Hold srUSDat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1x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Hold jrUSDat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